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5040313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8" autoAdjust="0"/>
    <p:restoredTop sz="94660"/>
  </p:normalViewPr>
  <p:slideViewPr>
    <p:cSldViewPr snapToGrid="0">
      <p:cViewPr varScale="1">
        <p:scale>
          <a:sx n="216" d="100"/>
          <a:sy n="216" d="100"/>
        </p:scale>
        <p:origin x="32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039" y="412312"/>
            <a:ext cx="3780235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1323249"/>
            <a:ext cx="3780235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1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6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6" y="628091"/>
            <a:ext cx="4347270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6" y="1685991"/>
            <a:ext cx="4347270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82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06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670664"/>
            <a:ext cx="2142133" cy="15985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670664"/>
            <a:ext cx="2142133" cy="15985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81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34133"/>
            <a:ext cx="4347270" cy="486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8" y="617594"/>
            <a:ext cx="2132288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8" y="920267"/>
            <a:ext cx="2132288" cy="1353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617594"/>
            <a:ext cx="2142790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920267"/>
            <a:ext cx="2142790" cy="13535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096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79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8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67958"/>
            <a:ext cx="1625632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362742"/>
            <a:ext cx="2551658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755809"/>
            <a:ext cx="1625632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28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67958"/>
            <a:ext cx="1625632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362742"/>
            <a:ext cx="2551658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755809"/>
            <a:ext cx="1625632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67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01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4" y="134133"/>
            <a:ext cx="1086817" cy="21350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1" y="134133"/>
            <a:ext cx="3197449" cy="21350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22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134133"/>
            <a:ext cx="4347270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670664"/>
            <a:ext cx="4347270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2335076"/>
            <a:ext cx="113407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016C8-EDE6-4ABF-977F-8CEEF8B15592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2335076"/>
            <a:ext cx="1701106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2335076"/>
            <a:ext cx="113407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E10EC-CB66-4283-A3AF-409A65712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48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5951" rtl="0" eaLnBrk="1" latinLnBrk="1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1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1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1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E351C57-895F-2CE1-F004-19D65DFFA855}"/>
              </a:ext>
            </a:extLst>
          </p:cNvPr>
          <p:cNvSpPr/>
          <p:nvPr/>
        </p:nvSpPr>
        <p:spPr>
          <a:xfrm>
            <a:off x="180156" y="179681"/>
            <a:ext cx="468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accent5">
                <a:lumMod val="40000"/>
                <a:lumOff val="60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h="381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13800" b="1" dirty="0">
                <a:ln w="3175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表記</a:t>
            </a:r>
            <a:endParaRPr lang="ko-KR" altLang="en-US" sz="8800" b="1" dirty="0">
              <a:ln w="31750"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Meiryo UI" panose="020B0604030504040204" pitchFamily="34" charset="-128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7389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5C007-7629-38E5-FDF7-39F68989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C46FEE0-05EA-5947-FA1F-3E0D24E835C0}"/>
              </a:ext>
            </a:extLst>
          </p:cNvPr>
          <p:cNvSpPr/>
          <p:nvPr/>
        </p:nvSpPr>
        <p:spPr>
          <a:xfrm>
            <a:off x="180156" y="179681"/>
            <a:ext cx="468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accent1">
                <a:lumMod val="60000"/>
                <a:lumOff val="40000"/>
              </a:schemeClr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h="38100" prst="cross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ja-JP" altLang="en-US" sz="9600" b="1" dirty="0">
                <a:ln w="31750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書きかえ</a:t>
            </a:r>
            <a:endParaRPr lang="ko-KR" altLang="en-US" sz="7200" b="1" dirty="0">
              <a:ln w="31750">
                <a:solidFill>
                  <a:schemeClr val="tx2">
                    <a:lumMod val="50000"/>
                    <a:lumOff val="50000"/>
                  </a:schemeClr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latin typeface="Meiryo UI" panose="020B0604030504040204" pitchFamily="34" charset="-128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2983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6</Words>
  <Application>Microsoft Office PowerPoint</Application>
  <PresentationFormat>사용자 지정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Meiryo UI</vt:lpstr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영환 주</dc:creator>
  <cp:lastModifiedBy>영환 주</cp:lastModifiedBy>
  <cp:revision>2</cp:revision>
  <dcterms:created xsi:type="dcterms:W3CDTF">2025-12-30T13:41:07Z</dcterms:created>
  <dcterms:modified xsi:type="dcterms:W3CDTF">2025-12-30T17:58:10Z</dcterms:modified>
</cp:coreProperties>
</file>