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</p:sldIdLst>
  <p:sldSz cx="2519363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CC9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71" autoAdjust="0"/>
    <p:restoredTop sz="94660"/>
  </p:normalViewPr>
  <p:slideViewPr>
    <p:cSldViewPr snapToGrid="0">
      <p:cViewPr varScale="1">
        <p:scale>
          <a:sx n="235" d="100"/>
          <a:sy n="235" d="100"/>
        </p:scale>
        <p:origin x="3156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52" y="412312"/>
            <a:ext cx="2141459" cy="877112"/>
          </a:xfrm>
        </p:spPr>
        <p:txBody>
          <a:bodyPr anchor="b"/>
          <a:lstStyle>
            <a:lvl1pPr algn="ctr"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21" y="1323249"/>
            <a:ext cx="1889522" cy="608263"/>
          </a:xfrm>
        </p:spPr>
        <p:txBody>
          <a:bodyPr/>
          <a:lstStyle>
            <a:lvl1pPr marL="0" indent="0" algn="ctr">
              <a:buNone/>
              <a:defRPr sz="661"/>
            </a:lvl1pPr>
            <a:lvl2pPr marL="125959" indent="0" algn="ctr">
              <a:buNone/>
              <a:defRPr sz="551"/>
            </a:lvl2pPr>
            <a:lvl3pPr marL="251917" indent="0" algn="ctr">
              <a:buNone/>
              <a:defRPr sz="496"/>
            </a:lvl3pPr>
            <a:lvl4pPr marL="377876" indent="0" algn="ctr">
              <a:buNone/>
              <a:defRPr sz="441"/>
            </a:lvl4pPr>
            <a:lvl5pPr marL="503834" indent="0" algn="ctr">
              <a:buNone/>
              <a:defRPr sz="441"/>
            </a:lvl5pPr>
            <a:lvl6pPr marL="629793" indent="0" algn="ctr">
              <a:buNone/>
              <a:defRPr sz="441"/>
            </a:lvl6pPr>
            <a:lvl7pPr marL="755752" indent="0" algn="ctr">
              <a:buNone/>
              <a:defRPr sz="441"/>
            </a:lvl7pPr>
            <a:lvl8pPr marL="881710" indent="0" algn="ctr">
              <a:buNone/>
              <a:defRPr sz="441"/>
            </a:lvl8pPr>
            <a:lvl9pPr marL="1007669" indent="0" algn="ctr">
              <a:buNone/>
              <a:defRPr sz="44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312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62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94" y="628092"/>
            <a:ext cx="2172951" cy="1047985"/>
          </a:xfrm>
        </p:spPr>
        <p:txBody>
          <a:bodyPr anchor="b"/>
          <a:lstStyle>
            <a:lvl1pPr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894" y="1685991"/>
            <a:ext cx="2172951" cy="551110"/>
          </a:xfrm>
        </p:spPr>
        <p:txBody>
          <a:bodyPr/>
          <a:lstStyle>
            <a:lvl1pPr marL="0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1pPr>
            <a:lvl2pPr marL="125959" indent="0">
              <a:buNone/>
              <a:defRPr sz="551">
                <a:solidFill>
                  <a:schemeClr val="tx1">
                    <a:tint val="82000"/>
                  </a:schemeClr>
                </a:solidFill>
              </a:defRPr>
            </a:lvl2pPr>
            <a:lvl3pPr marL="251917" indent="0">
              <a:buNone/>
              <a:defRPr sz="496">
                <a:solidFill>
                  <a:schemeClr val="tx1">
                    <a:tint val="82000"/>
                  </a:schemeClr>
                </a:solidFill>
              </a:defRPr>
            </a:lvl3pPr>
            <a:lvl4pPr marL="377876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4pPr>
            <a:lvl5pPr marL="503834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5pPr>
            <a:lvl6pPr marL="629793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6pPr>
            <a:lvl7pPr marL="755752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7pPr>
            <a:lvl8pPr marL="881710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8pPr>
            <a:lvl9pPr marL="1007669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7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06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428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992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34133"/>
            <a:ext cx="2172951" cy="486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35" y="617594"/>
            <a:ext cx="1065808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35" y="920267"/>
            <a:ext cx="1065808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428" y="617594"/>
            <a:ext cx="1071057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428" y="920267"/>
            <a:ext cx="1071057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513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940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83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057" y="362742"/>
            <a:ext cx="1275428" cy="1790381"/>
          </a:xfrm>
        </p:spPr>
        <p:txBody>
          <a:bodyPr/>
          <a:lstStyle>
            <a:lvl1pPr>
              <a:defRPr sz="882"/>
            </a:lvl1pPr>
            <a:lvl2pPr>
              <a:defRPr sz="771"/>
            </a:lvl2pPr>
            <a:lvl3pPr>
              <a:defRPr sz="661"/>
            </a:lvl3pPr>
            <a:lvl4pPr>
              <a:defRPr sz="551"/>
            </a:lvl4pPr>
            <a:lvl5pPr>
              <a:defRPr sz="551"/>
            </a:lvl5pPr>
            <a:lvl6pPr>
              <a:defRPr sz="551"/>
            </a:lvl6pPr>
            <a:lvl7pPr>
              <a:defRPr sz="551"/>
            </a:lvl7pPr>
            <a:lvl8pPr>
              <a:defRPr sz="551"/>
            </a:lvl8pPr>
            <a:lvl9pPr>
              <a:defRPr sz="55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28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057" y="362742"/>
            <a:ext cx="1275428" cy="1790381"/>
          </a:xfrm>
        </p:spPr>
        <p:txBody>
          <a:bodyPr anchor="t"/>
          <a:lstStyle>
            <a:lvl1pPr marL="0" indent="0">
              <a:buNone/>
              <a:defRPr sz="882"/>
            </a:lvl1pPr>
            <a:lvl2pPr marL="125959" indent="0">
              <a:buNone/>
              <a:defRPr sz="771"/>
            </a:lvl2pPr>
            <a:lvl3pPr marL="251917" indent="0">
              <a:buNone/>
              <a:defRPr sz="661"/>
            </a:lvl3pPr>
            <a:lvl4pPr marL="377876" indent="0">
              <a:buNone/>
              <a:defRPr sz="551"/>
            </a:lvl4pPr>
            <a:lvl5pPr marL="503834" indent="0">
              <a:buNone/>
              <a:defRPr sz="551"/>
            </a:lvl5pPr>
            <a:lvl6pPr marL="629793" indent="0">
              <a:buNone/>
              <a:defRPr sz="551"/>
            </a:lvl6pPr>
            <a:lvl7pPr marL="755752" indent="0">
              <a:buNone/>
              <a:defRPr sz="551"/>
            </a:lvl7pPr>
            <a:lvl8pPr marL="881710" indent="0">
              <a:buNone/>
              <a:defRPr sz="551"/>
            </a:lvl8pPr>
            <a:lvl9pPr marL="1007669" indent="0">
              <a:buNone/>
              <a:defRPr sz="55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002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55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2919" y="134133"/>
            <a:ext cx="543238" cy="21350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06" y="134133"/>
            <a:ext cx="1598221" cy="21350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64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06" y="134133"/>
            <a:ext cx="2172951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06" y="670664"/>
            <a:ext cx="2172951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06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539" y="2335077"/>
            <a:ext cx="850285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300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889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17" rtl="0" eaLnBrk="1" latinLnBrk="1" hangingPunct="1">
        <a:lnSpc>
          <a:spcPct val="90000"/>
        </a:lnSpc>
        <a:spcBef>
          <a:spcPct val="0"/>
        </a:spcBef>
        <a:buNone/>
        <a:defRPr sz="12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79" indent="-62979" algn="l" defTabSz="251917" rtl="0" eaLnBrk="1" latinLnBrk="1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771" kern="1200">
          <a:solidFill>
            <a:schemeClr val="tx1"/>
          </a:solidFill>
          <a:latin typeface="+mn-lt"/>
          <a:ea typeface="+mn-ea"/>
          <a:cs typeface="+mn-cs"/>
        </a:defRPr>
      </a:lvl1pPr>
      <a:lvl2pPr marL="18893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14897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551" kern="1200">
          <a:solidFill>
            <a:schemeClr val="tx1"/>
          </a:solidFill>
          <a:latin typeface="+mn-lt"/>
          <a:ea typeface="+mn-ea"/>
          <a:cs typeface="+mn-cs"/>
        </a:defRPr>
      </a:lvl3pPr>
      <a:lvl4pPr marL="440855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66814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92772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818731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944690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7064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1pPr>
      <a:lvl2pPr marL="12595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2pPr>
      <a:lvl3pPr marL="251917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3pPr>
      <a:lvl4pPr marL="377876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03834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29793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755752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88171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0766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-637" y="0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72CC5-0ADB-78D5-816E-B59F6223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C5FB18D-4F0B-4BB8-1A9E-E208BA41DFD6}"/>
              </a:ext>
            </a:extLst>
          </p:cNvPr>
          <p:cNvSpPr/>
          <p:nvPr/>
        </p:nvSpPr>
        <p:spPr>
          <a:xfrm>
            <a:off x="-1" y="0"/>
            <a:ext cx="2519363" cy="2519363"/>
          </a:xfrm>
          <a:prstGeom prst="roundRect">
            <a:avLst/>
          </a:prstGeom>
          <a:gradFill flip="none" rotWithShape="1">
            <a:gsLst>
              <a:gs pos="30000">
                <a:schemeClr val="bg1"/>
              </a:gs>
              <a:gs pos="0">
                <a:srgbClr val="FFFF00"/>
              </a:gs>
              <a:gs pos="100000">
                <a:schemeClr val="accent5">
                  <a:lumMod val="60000"/>
                  <a:lumOff val="4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14400" b="1" dirty="0">
                <a:effectLst>
                  <a:glow rad="114300">
                    <a:schemeClr val="accent2">
                      <a:satMod val="175000"/>
                    </a:schemeClr>
                  </a:glow>
                </a:effectLst>
                <a:latin typeface="Noto Sans JP" panose="020B0200000000000000" pitchFamily="34" charset="-128"/>
                <a:ea typeface="Noto Sans JP" panose="020B0200000000000000" pitchFamily="34" charset="-128"/>
              </a:rPr>
              <a:t>仏</a:t>
            </a:r>
            <a:endParaRPr lang="ko-KR" altLang="en-US" sz="14400" b="1" dirty="0">
              <a:effectLst>
                <a:glow rad="114300">
                  <a:schemeClr val="accent2">
                    <a:satMod val="175000"/>
                  </a:schemeClr>
                </a:glow>
              </a:effectLst>
              <a:latin typeface="Noto Sans JP" panose="020B0200000000000000" pitchFamily="34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5541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AD03-ADDF-A38E-7A8F-8FDA97BA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C7B13D25-A07D-A04D-4D63-C40C359EF65D}"/>
              </a:ext>
            </a:extLst>
          </p:cNvPr>
          <p:cNvGrpSpPr/>
          <p:nvPr/>
        </p:nvGrpSpPr>
        <p:grpSpPr>
          <a:xfrm>
            <a:off x="94129" y="74054"/>
            <a:ext cx="2340000" cy="2363959"/>
            <a:chOff x="8049744" y="1698619"/>
            <a:chExt cx="2520000" cy="2545801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063BE20E-58CD-2FAE-601D-EFE967BAC962}"/>
                </a:ext>
              </a:extLst>
            </p:cNvPr>
            <p:cNvSpPr/>
            <p:nvPr/>
          </p:nvSpPr>
          <p:spPr>
            <a:xfrm>
              <a:off x="8049744" y="1724420"/>
              <a:ext cx="2520000" cy="2520000"/>
            </a:xfrm>
            <a:custGeom>
              <a:avLst/>
              <a:gdLst>
                <a:gd name="csX0" fmla="*/ 0 w 2520000"/>
                <a:gd name="csY0" fmla="*/ 420008 h 2520000"/>
                <a:gd name="csX1" fmla="*/ 420008 w 2520000"/>
                <a:gd name="csY1" fmla="*/ 0 h 2520000"/>
                <a:gd name="csX2" fmla="*/ 946403 w 2520000"/>
                <a:gd name="csY2" fmla="*/ 0 h 2520000"/>
                <a:gd name="csX3" fmla="*/ 1506398 w 2520000"/>
                <a:gd name="csY3" fmla="*/ 0 h 2520000"/>
                <a:gd name="csX4" fmla="*/ 2099992 w 2520000"/>
                <a:gd name="csY4" fmla="*/ 0 h 2520000"/>
                <a:gd name="csX5" fmla="*/ 2520000 w 2520000"/>
                <a:gd name="csY5" fmla="*/ 420008 h 2520000"/>
                <a:gd name="csX6" fmla="*/ 2520000 w 2520000"/>
                <a:gd name="csY6" fmla="*/ 980003 h 2520000"/>
                <a:gd name="csX7" fmla="*/ 2520000 w 2520000"/>
                <a:gd name="csY7" fmla="*/ 1539997 h 2520000"/>
                <a:gd name="csX8" fmla="*/ 2520000 w 2520000"/>
                <a:gd name="csY8" fmla="*/ 2099992 h 2520000"/>
                <a:gd name="csX9" fmla="*/ 2099992 w 2520000"/>
                <a:gd name="csY9" fmla="*/ 2520000 h 2520000"/>
                <a:gd name="csX10" fmla="*/ 1556797 w 2520000"/>
                <a:gd name="csY10" fmla="*/ 2520000 h 2520000"/>
                <a:gd name="csX11" fmla="*/ 1047202 w 2520000"/>
                <a:gd name="csY11" fmla="*/ 2520000 h 2520000"/>
                <a:gd name="csX12" fmla="*/ 420008 w 2520000"/>
                <a:gd name="csY12" fmla="*/ 2520000 h 2520000"/>
                <a:gd name="csX13" fmla="*/ 0 w 2520000"/>
                <a:gd name="csY13" fmla="*/ 2099992 h 2520000"/>
                <a:gd name="csX14" fmla="*/ 0 w 2520000"/>
                <a:gd name="csY14" fmla="*/ 1539997 h 2520000"/>
                <a:gd name="csX15" fmla="*/ 0 w 2520000"/>
                <a:gd name="csY15" fmla="*/ 963203 h 2520000"/>
                <a:gd name="csX16" fmla="*/ 0 w 2520000"/>
                <a:gd name="csY16" fmla="*/ 420008 h 25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20000" h="2520000" fill="none" extrusionOk="0">
                  <a:moveTo>
                    <a:pt x="0" y="420008"/>
                  </a:moveTo>
                  <a:cubicBezTo>
                    <a:pt x="-30004" y="241692"/>
                    <a:pt x="200606" y="9335"/>
                    <a:pt x="420008" y="0"/>
                  </a:cubicBezTo>
                  <a:cubicBezTo>
                    <a:pt x="675385" y="-13292"/>
                    <a:pt x="785493" y="29675"/>
                    <a:pt x="946403" y="0"/>
                  </a:cubicBezTo>
                  <a:cubicBezTo>
                    <a:pt x="1107313" y="-29675"/>
                    <a:pt x="1269974" y="25168"/>
                    <a:pt x="1506398" y="0"/>
                  </a:cubicBezTo>
                  <a:cubicBezTo>
                    <a:pt x="1742823" y="-25168"/>
                    <a:pt x="1934449" y="51341"/>
                    <a:pt x="2099992" y="0"/>
                  </a:cubicBezTo>
                  <a:cubicBezTo>
                    <a:pt x="2330343" y="-43492"/>
                    <a:pt x="2569120" y="198286"/>
                    <a:pt x="2520000" y="420008"/>
                  </a:cubicBezTo>
                  <a:cubicBezTo>
                    <a:pt x="2520803" y="686229"/>
                    <a:pt x="2455198" y="794568"/>
                    <a:pt x="2520000" y="980003"/>
                  </a:cubicBezTo>
                  <a:cubicBezTo>
                    <a:pt x="2584802" y="1165439"/>
                    <a:pt x="2460966" y="1415878"/>
                    <a:pt x="2520000" y="1539997"/>
                  </a:cubicBezTo>
                  <a:cubicBezTo>
                    <a:pt x="2579034" y="1664116"/>
                    <a:pt x="2518635" y="1928852"/>
                    <a:pt x="2520000" y="2099992"/>
                  </a:cubicBezTo>
                  <a:cubicBezTo>
                    <a:pt x="2517513" y="2280344"/>
                    <a:pt x="2378520" y="2549335"/>
                    <a:pt x="2099992" y="2520000"/>
                  </a:cubicBezTo>
                  <a:cubicBezTo>
                    <a:pt x="1918608" y="2533035"/>
                    <a:pt x="1698468" y="2466751"/>
                    <a:pt x="1556797" y="2520000"/>
                  </a:cubicBezTo>
                  <a:cubicBezTo>
                    <a:pt x="1415127" y="2573249"/>
                    <a:pt x="1168418" y="2506144"/>
                    <a:pt x="1047202" y="2520000"/>
                  </a:cubicBezTo>
                  <a:cubicBezTo>
                    <a:pt x="925986" y="2533856"/>
                    <a:pt x="705166" y="2461513"/>
                    <a:pt x="420008" y="2520000"/>
                  </a:cubicBezTo>
                  <a:cubicBezTo>
                    <a:pt x="207786" y="2538307"/>
                    <a:pt x="15052" y="2322956"/>
                    <a:pt x="0" y="2099992"/>
                  </a:cubicBezTo>
                  <a:cubicBezTo>
                    <a:pt x="-36598" y="1888719"/>
                    <a:pt x="18403" y="1729192"/>
                    <a:pt x="0" y="1539997"/>
                  </a:cubicBezTo>
                  <a:cubicBezTo>
                    <a:pt x="-18403" y="1350802"/>
                    <a:pt x="36564" y="1097771"/>
                    <a:pt x="0" y="963203"/>
                  </a:cubicBezTo>
                  <a:cubicBezTo>
                    <a:pt x="-36564" y="828635"/>
                    <a:pt x="14506" y="608528"/>
                    <a:pt x="0" y="420008"/>
                  </a:cubicBezTo>
                  <a:close/>
                </a:path>
                <a:path w="2520000" h="2520000" stroke="0" extrusionOk="0">
                  <a:moveTo>
                    <a:pt x="0" y="420008"/>
                  </a:moveTo>
                  <a:cubicBezTo>
                    <a:pt x="-45326" y="160086"/>
                    <a:pt x="143561" y="16695"/>
                    <a:pt x="420008" y="0"/>
                  </a:cubicBezTo>
                  <a:cubicBezTo>
                    <a:pt x="653209" y="-56486"/>
                    <a:pt x="885468" y="66495"/>
                    <a:pt x="1013602" y="0"/>
                  </a:cubicBezTo>
                  <a:cubicBezTo>
                    <a:pt x="1141736" y="-66495"/>
                    <a:pt x="1310357" y="38782"/>
                    <a:pt x="1556797" y="0"/>
                  </a:cubicBezTo>
                  <a:cubicBezTo>
                    <a:pt x="1803237" y="-38782"/>
                    <a:pt x="1925840" y="20913"/>
                    <a:pt x="2099992" y="0"/>
                  </a:cubicBezTo>
                  <a:cubicBezTo>
                    <a:pt x="2316048" y="-51239"/>
                    <a:pt x="2527444" y="160498"/>
                    <a:pt x="2520000" y="420008"/>
                  </a:cubicBezTo>
                  <a:cubicBezTo>
                    <a:pt x="2569423" y="539364"/>
                    <a:pt x="2468112" y="756359"/>
                    <a:pt x="2520000" y="946403"/>
                  </a:cubicBezTo>
                  <a:cubicBezTo>
                    <a:pt x="2571888" y="1136448"/>
                    <a:pt x="2461746" y="1218830"/>
                    <a:pt x="2520000" y="1472798"/>
                  </a:cubicBezTo>
                  <a:cubicBezTo>
                    <a:pt x="2578254" y="1726767"/>
                    <a:pt x="2506215" y="1908108"/>
                    <a:pt x="2520000" y="2099992"/>
                  </a:cubicBezTo>
                  <a:cubicBezTo>
                    <a:pt x="2564723" y="2342709"/>
                    <a:pt x="2282798" y="2512049"/>
                    <a:pt x="2099992" y="2520000"/>
                  </a:cubicBezTo>
                  <a:cubicBezTo>
                    <a:pt x="1845349" y="2521648"/>
                    <a:pt x="1777363" y="2509924"/>
                    <a:pt x="1539997" y="2520000"/>
                  </a:cubicBezTo>
                  <a:cubicBezTo>
                    <a:pt x="1302631" y="2530076"/>
                    <a:pt x="1197662" y="2494234"/>
                    <a:pt x="996803" y="2520000"/>
                  </a:cubicBezTo>
                  <a:cubicBezTo>
                    <a:pt x="795944" y="2545766"/>
                    <a:pt x="605703" y="2470922"/>
                    <a:pt x="420008" y="2520000"/>
                  </a:cubicBezTo>
                  <a:cubicBezTo>
                    <a:pt x="218684" y="2481963"/>
                    <a:pt x="-34708" y="2318539"/>
                    <a:pt x="0" y="2099992"/>
                  </a:cubicBezTo>
                  <a:cubicBezTo>
                    <a:pt x="-27929" y="1835233"/>
                    <a:pt x="43180" y="1712808"/>
                    <a:pt x="0" y="1539997"/>
                  </a:cubicBezTo>
                  <a:cubicBezTo>
                    <a:pt x="-43180" y="1367186"/>
                    <a:pt x="22602" y="1113970"/>
                    <a:pt x="0" y="946403"/>
                  </a:cubicBezTo>
                  <a:cubicBezTo>
                    <a:pt x="-22602" y="778836"/>
                    <a:pt x="56563" y="623039"/>
                    <a:pt x="0" y="420008"/>
                  </a:cubicBezTo>
                  <a:close/>
                </a:path>
              </a:pathLst>
            </a:custGeom>
            <a:solidFill>
              <a:schemeClr val="accent4"/>
            </a:solidFill>
            <a:ln w="152400" cmpd="sng">
              <a:solidFill>
                <a:srgbClr val="002060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ko-KR" altLang="en-US" sz="14400" dirty="0">
                <a:solidFill>
                  <a:schemeClr val="tx1"/>
                </a:solidFill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dingliehakkafont" panose="03000503000000000000" pitchFamily="66" charset="-122"/>
                <a:ea typeface="HY견명조" panose="02030600000101010101" pitchFamily="18" charset="-127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FDE286E7-1051-FDE0-D888-589A3ABB752B}"/>
                </a:ext>
              </a:extLst>
            </p:cNvPr>
            <p:cNvSpPr/>
            <p:nvPr/>
          </p:nvSpPr>
          <p:spPr>
            <a:xfrm>
              <a:off x="8409744" y="2084420"/>
              <a:ext cx="1800000" cy="18000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25EBAAF1-DB76-4954-105C-5D277537B8F3}"/>
                </a:ext>
              </a:extLst>
            </p:cNvPr>
            <p:cNvSpPr/>
            <p:nvPr/>
          </p:nvSpPr>
          <p:spPr>
            <a:xfrm>
              <a:off x="8859744" y="2084420"/>
              <a:ext cx="900000" cy="1799999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C802082-961F-D766-E082-71A0C035BBD1}"/>
                </a:ext>
              </a:extLst>
            </p:cNvPr>
            <p:cNvCxnSpPr>
              <a:stCxn id="5" idx="0"/>
              <a:endCxn id="5" idx="4"/>
            </p:cNvCxnSpPr>
            <p:nvPr/>
          </p:nvCxnSpPr>
          <p:spPr>
            <a:xfrm>
              <a:off x="9309744" y="2084420"/>
              <a:ext cx="0" cy="1799999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45C5994F-4BA6-161B-DFFE-D647393898BD}"/>
                </a:ext>
              </a:extLst>
            </p:cNvPr>
            <p:cNvCxnSpPr>
              <a:cxnSpLocks/>
              <a:stCxn id="3" idx="1"/>
              <a:endCxn id="3" idx="7"/>
            </p:cNvCxnSpPr>
            <p:nvPr/>
          </p:nvCxnSpPr>
          <p:spPr>
            <a:xfrm>
              <a:off x="8673348" y="2348024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3E6D015-B85A-5C3E-D700-AFC5CB77ABCD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8409744" y="2984420"/>
              <a:ext cx="1800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5DFD62B-7C67-7832-35E7-4BB4F5197C74}"/>
                </a:ext>
              </a:extLst>
            </p:cNvPr>
            <p:cNvCxnSpPr>
              <a:cxnSpLocks/>
              <a:stCxn id="3" idx="3"/>
              <a:endCxn id="3" idx="5"/>
            </p:cNvCxnSpPr>
            <p:nvPr/>
          </p:nvCxnSpPr>
          <p:spPr>
            <a:xfrm>
              <a:off x="8673348" y="3620816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C3976-D543-1842-C495-31E6C8E01D4D}"/>
                </a:ext>
              </a:extLst>
            </p:cNvPr>
            <p:cNvSpPr txBox="1"/>
            <p:nvPr/>
          </p:nvSpPr>
          <p:spPr>
            <a:xfrm>
              <a:off x="8409754" y="1698619"/>
              <a:ext cx="1799990" cy="23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400" b="1" dirty="0">
                  <a:latin typeface="HY중고딕" panose="02030600000101010101" pitchFamily="18" charset="-127"/>
                  <a:ea typeface="HY중고딕" panose="02030600000101010101" pitchFamily="18" charset="-127"/>
                </a:rPr>
                <a:t>地</a:t>
              </a:r>
              <a:endParaRPr lang="ko-KR" altLang="en-US" sz="17300" b="1" dirty="0"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1910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E812-6D13-88F4-F357-F0D1BD75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80D8A-CCF9-A514-8E53-8E3AD43DD988}"/>
              </a:ext>
            </a:extLst>
          </p:cNvPr>
          <p:cNvSpPr/>
          <p:nvPr/>
        </p:nvSpPr>
        <p:spPr>
          <a:xfrm>
            <a:off x="39398" y="40056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66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コト</a:t>
            </a:r>
            <a:endParaRPr lang="en-US" altLang="ja-JP" sz="66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pPr algn="ctr"/>
            <a:r>
              <a:rPr lang="ja-JP" altLang="en-US" sz="48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バンク</a:t>
            </a:r>
            <a:endParaRPr lang="ko-KR" altLang="en-US" sz="48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2490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5274D-6E51-AD52-77A0-2CF7A717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EF805CA-E9FB-36A5-D076-1F0057DDB6AD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6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7200" dirty="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新漢語林</a:t>
            </a:r>
          </a:p>
        </p:txBody>
      </p:sp>
    </p:spTree>
    <p:extLst>
      <p:ext uri="{BB962C8B-B14F-4D97-AF65-F5344CB8AC3E}">
        <p14:creationId xmlns:p14="http://schemas.microsoft.com/office/powerpoint/2010/main" val="81148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BBE9-1FD2-1D34-4BF3-629733D32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259DB72-88A4-E524-C54E-6E30DC3F5599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rgbClr val="C00000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C8BEF-25A3-027D-153F-534DCAC8BFE1}"/>
              </a:ext>
            </a:extLst>
          </p:cNvPr>
          <p:cNvSpPr txBox="1"/>
          <p:nvPr/>
        </p:nvSpPr>
        <p:spPr>
          <a:xfrm>
            <a:off x="811272" y="784464"/>
            <a:ext cx="493370" cy="1862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通</a:t>
            </a:r>
            <a:endParaRPr lang="ko-KR" altLang="en-US" sz="11500" dirty="0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FC0E-0179-5ECF-737D-ACB815D4CD69}"/>
              </a:ext>
            </a:extLst>
          </p:cNvPr>
          <p:cNvSpPr txBox="1"/>
          <p:nvPr/>
        </p:nvSpPr>
        <p:spPr>
          <a:xfrm>
            <a:off x="524834" y="-186668"/>
            <a:ext cx="77980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</a:p>
        </p:txBody>
      </p:sp>
    </p:spTree>
    <p:extLst>
      <p:ext uri="{BB962C8B-B14F-4D97-AF65-F5344CB8AC3E}">
        <p14:creationId xmlns:p14="http://schemas.microsoft.com/office/powerpoint/2010/main" val="2355900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7EB10-39ED-B2C3-CBBD-D47DC00D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8412AD9-8530-A7AA-1B9A-266E2EDCDCD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4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F2C53-B2FF-FD53-85F5-B02C95C7CDE2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A7EC9-D5DE-9060-7714-21874591270E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ED0F8-E2A5-0020-55D1-F529FBE252AC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4">
                    <a:lumMod val="50000"/>
                  </a:schemeClr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177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7AF4-F129-3E92-36D8-D908D7C0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DB814C-93D6-4673-25C3-0BBB5F62A49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5">
                <a:lumMod val="60000"/>
                <a:lumOff val="40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968C8-3F71-F879-D728-21298FD22676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A788DE-AF61-6988-180D-5EFA11E021BB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B1599-02F1-2C81-56CC-36E18F3AF8CE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94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8FDF-CB90-B3CB-F987-CCC507B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6F9688-54A2-6FBF-D082-3336D5382D67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EBC0C8-EDD2-CF91-7E4D-890C884A740B}"/>
              </a:ext>
            </a:extLst>
          </p:cNvPr>
          <p:cNvSpPr txBox="1"/>
          <p:nvPr/>
        </p:nvSpPr>
        <p:spPr>
          <a:xfrm>
            <a:off x="1" y="267690"/>
            <a:ext cx="251936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38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広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01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5A5A8-E6E6-9B6B-1BB2-EC182EC5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976D9AF4-387D-92EA-5688-708695CECEE2}"/>
              </a:ext>
            </a:extLst>
          </p:cNvPr>
          <p:cNvGrpSpPr/>
          <p:nvPr/>
        </p:nvGrpSpPr>
        <p:grpSpPr>
          <a:xfrm>
            <a:off x="1" y="35681"/>
            <a:ext cx="2519362" cy="2448000"/>
            <a:chOff x="1" y="35681"/>
            <a:chExt cx="2519362" cy="2448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59F3FB2-6408-EC51-5E0B-8E1FDF92EBF6}"/>
                </a:ext>
              </a:extLst>
            </p:cNvPr>
            <p:cNvSpPr/>
            <p:nvPr/>
          </p:nvSpPr>
          <p:spPr>
            <a:xfrm>
              <a:off x="35681" y="35681"/>
              <a:ext cx="2448000" cy="2448000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rgbClr val="CC9B00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>
              <a:prstTxWarp prst="textPlain">
                <a:avLst/>
              </a:prstTxWarp>
            </a:bodyPr>
            <a:lstStyle/>
            <a:p>
              <a:pPr algn="ctr"/>
              <a:endParaRPr lang="ko-KR" alt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3576D45-1A15-E5B1-C2B3-966B783292C3}"/>
                </a:ext>
              </a:extLst>
            </p:cNvPr>
            <p:cNvSpPr txBox="1"/>
            <p:nvPr/>
          </p:nvSpPr>
          <p:spPr>
            <a:xfrm>
              <a:off x="1" y="267690"/>
              <a:ext cx="2519362" cy="22159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3800" b="1" dirty="0">
                  <a:ln w="28575">
                    <a:solidFill>
                      <a:schemeClr val="accent2">
                        <a:lumMod val="75000"/>
                      </a:schemeClr>
                    </a:solidFill>
                  </a:ln>
                  <a:solidFill>
                    <a:srgbClr val="CC9B00"/>
                  </a:solidFill>
                  <a:latin typeface="Orbitron" panose="02000000000000000000" pitchFamily="2" charset="0"/>
                  <a:ea typeface="HY목각파임B" panose="02030600000101010101" pitchFamily="18" charset="-127"/>
                  <a:cs typeface="Cascadia Mono SemiLight" panose="020B0609020000020004" pitchFamily="49" charset="0"/>
                </a:rPr>
                <a:t>zi</a:t>
              </a:r>
              <a:endParaRPr lang="ko-KR" altLang="en-US" sz="8000" dirty="0">
                <a:ln w="28575">
                  <a:solidFill>
                    <a:schemeClr val="accent2">
                      <a:lumMod val="75000"/>
                    </a:schemeClr>
                  </a:solidFill>
                </a:ln>
                <a:solidFill>
                  <a:srgbClr val="CC9B00"/>
                </a:solidFill>
                <a:latin typeface="Orbitron" panose="02000000000000000000" pitchFamily="2" charset="0"/>
                <a:ea typeface="HY목각파임B" panose="02030600000101010101" pitchFamily="18" charset="-127"/>
                <a:cs typeface="Cascadia Mono SemiLight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332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</TotalTime>
  <Words>19</Words>
  <Application>Microsoft Office PowerPoint</Application>
  <PresentationFormat>사용자 지정</PresentationFormat>
  <Paragraphs>16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20" baseType="lpstr">
      <vt:lpstr>BIZ UDGothic</vt:lpstr>
      <vt:lpstr>dingliehakkafont</vt:lpstr>
      <vt:lpstr>HY견명조</vt:lpstr>
      <vt:lpstr>HY중고딕</vt:lpstr>
      <vt:lpstr>Noto Sans JP</vt:lpstr>
      <vt:lpstr>Aptos</vt:lpstr>
      <vt:lpstr>Aptos Display</vt:lpstr>
      <vt:lpstr>Arial</vt:lpstr>
      <vt:lpstr>Orbitron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23</cp:revision>
  <dcterms:created xsi:type="dcterms:W3CDTF">2025-11-02T08:54:18Z</dcterms:created>
  <dcterms:modified xsi:type="dcterms:W3CDTF">2026-02-19T15:38:21Z</dcterms:modified>
</cp:coreProperties>
</file>