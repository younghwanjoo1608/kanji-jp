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0" autoAdjust="0"/>
    <p:restoredTop sz="94660"/>
  </p:normalViewPr>
  <p:slideViewPr>
    <p:cSldViewPr snapToGrid="0">
      <p:cViewPr varScale="1">
        <p:scale>
          <a:sx n="81" d="100"/>
          <a:sy n="81" d="100"/>
        </p:scale>
        <p:origin x="7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DFC578-3FB1-761D-B8AD-A053986042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9C3C08-1851-6FEA-6018-2BC33D6312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C6A9E7-9DCA-971D-BB19-977F8CB2C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C4CECC-F2E4-908A-C2D7-33C5A9016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32C30C-CE03-D345-4DEE-A5483315D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774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4C13E9-B7D3-467E-6F8F-18B74CD1A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A33F3E-4570-5D2C-B33B-77B5C02AD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01B6E9-9BEA-E5C1-4C63-57122E724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37104A-FB18-5136-CE1A-1AFBAB1E1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29C34C-FA81-A680-1C60-25D1F5B65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54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5D2997-00F2-103F-42DF-62AB330C2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E2B722F-C98D-B787-1812-28A9AF0BF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4309DF-3479-F3D8-9FC4-A2378E827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0DD29D-4543-B95A-FA0B-1C24C50E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05CDAB-38B5-5E33-929D-9EF6CC0AF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374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81EBDC-6365-5309-9797-5E97D64E5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C3F6B5-EF70-187E-F9E1-0F6F8583D9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2E247D4-F126-B54E-0E90-A9E858D0A8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C2C7B9-5B28-5DC6-4EE6-9F0546CA9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4C9642-0551-E90A-D0BE-6851ACB90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2F2C228-8C4F-64EB-0857-407CF3D6D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7951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C99874-5B39-43C7-5C45-6A5D1A34F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D9C128-4512-BD4A-35C8-BDDC4F936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735009-006C-76D8-5ED0-E7C517055E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7ADA8C-F5C6-1A7B-FF2E-60E7D5E5F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F209DD9-7D36-76D2-4DFE-5B207EBA06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C6A8070-9753-AD3E-E158-A7B681C11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3572AC4-DE72-45DA-010F-E08360E8F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5B78DF8-656E-1D57-FC1F-F990B63E4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686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A30EC-D549-ADDF-3396-A5BDB3FB5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C80CAA-3A29-FBAB-4897-6AA57E9CC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04E279-01E0-F63D-27AB-82E0BDF5F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52E34E-898E-A882-9C37-EEF16E0AF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41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4ACD15C-A9D3-BF5F-F632-B976B6B7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89D6AC-D716-D174-B315-9D77E1996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467E2-F174-8FE6-FB00-2ABC0F252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024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F5C670-B055-0476-0DF8-E5B533520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1E6306-1FBC-39B3-6BA5-6D0F0977F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DE00A3-AA57-1507-1F04-0979235BB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9D1786-CC98-CEEA-C8C4-C133853D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F6B23F-3F5F-2C9E-9A87-0E474278C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CE032B-75FF-6ABB-5622-319499F4A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7794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51478-9AE7-F58F-25EA-C43D761D5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0FD013E-06BA-E9DD-EBDD-AD0676D6CF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07FC1D-C049-8F61-A21E-2ADDF6B16F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473A34-B02A-9F87-2354-574D498A8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4E05EBA-18B9-3155-7DDE-5325E34F7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0EF8F0-A3BE-E7D2-758D-5FC876F1C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5515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DD9E7-9E09-2C34-2E5F-6C999DC05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B9E3830-78D9-9C3D-6ADA-4671EE42F0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9CAC2A-2215-A70B-0D1F-05F5371B9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0B46BA-166B-1FC6-351F-C47FAFBAE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541D4-E714-1D00-D620-0AE98A9A5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091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1129542-4428-160F-902B-2F3235DC24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717A561-8C1D-2EBF-24C7-9E2609176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7B041F-2FD6-8101-109A-F3B47CC1C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93B14A-23A5-ECCE-8651-3E63655AE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1DF9C7-98CC-E535-C761-0BACB9BBD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514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88546DC-8BCC-C6B2-1ED2-FC86833B1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CE3C40-1ECE-BBCD-7C7C-742CAB9CD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BE733E-05D4-2E8A-11DD-DF59897090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0BA784-F1F0-42FC-8C0B-86986BCEAFFF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45E9DD-99C0-6D6B-B121-B25BE25D6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7A82C2-8D78-23F8-479E-1FE3E26FE5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0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11CB5D9-69C2-485B-EBBB-4AE6CE99DD2A}"/>
              </a:ext>
            </a:extLst>
          </p:cNvPr>
          <p:cNvSpPr/>
          <p:nvPr/>
        </p:nvSpPr>
        <p:spPr>
          <a:xfrm>
            <a:off x="1379483" y="1742089"/>
            <a:ext cx="2520000" cy="2520000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44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生</a:t>
            </a:r>
          </a:p>
        </p:txBody>
      </p:sp>
    </p:spTree>
    <p:extLst>
      <p:ext uri="{BB962C8B-B14F-4D97-AF65-F5344CB8AC3E}">
        <p14:creationId xmlns:p14="http://schemas.microsoft.com/office/powerpoint/2010/main" val="4086045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</Words>
  <Application>Microsoft Office PowerPoint</Application>
  <PresentationFormat>와이드스크린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HY견명조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영환 주</dc:creator>
  <cp:lastModifiedBy>영환 주</cp:lastModifiedBy>
  <cp:revision>2</cp:revision>
  <dcterms:created xsi:type="dcterms:W3CDTF">2025-11-02T08:54:18Z</dcterms:created>
  <dcterms:modified xsi:type="dcterms:W3CDTF">2025-11-02T09:07:08Z</dcterms:modified>
</cp:coreProperties>
</file>