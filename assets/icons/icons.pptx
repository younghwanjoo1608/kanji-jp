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FC578-3FB1-761D-B8AD-A05398604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9C3C08-1851-6FEA-6018-2BC33D631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C6A9E7-9DCA-971D-BB19-977F8CB2C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A784-F1F0-42FC-8C0B-86986BCEAFF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C4CECC-F2E4-908A-C2D7-33C5A901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2C30C-CE03-D345-4DEE-A5483315D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3BAA-5D5E-45B8-9675-8E34D71FF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744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C13E9-B7D3-467E-6F8F-18B74CD1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A33F3E-4570-5D2C-B33B-77B5C02AD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01B6E9-9BEA-E5C1-4C63-57122E724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A784-F1F0-42FC-8C0B-86986BCEAFF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37104A-FB18-5136-CE1A-1AFBAB1E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29C34C-FA81-A680-1C60-25D1F5B65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3BAA-5D5E-45B8-9675-8E34D71FF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54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D2997-00F2-103F-42DF-62AB330C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2B722F-C98D-B787-1812-28A9AF0BF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4309DF-3479-F3D8-9FC4-A2378E82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A784-F1F0-42FC-8C0B-86986BCEAFF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0DD29D-4543-B95A-FA0B-1C24C50E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5CDAB-38B5-5E33-929D-9EF6CC0AF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3BAA-5D5E-45B8-9675-8E34D71FF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37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1EBDC-6365-5309-9797-5E97D64E5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C3F6B5-EF70-187E-F9E1-0F6F8583D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E247D4-F126-B54E-0E90-A9E858D0A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C2C7B9-5B28-5DC6-4EE6-9F0546CA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A784-F1F0-42FC-8C0B-86986BCEAFF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4C9642-0551-E90A-D0BE-6851ACB9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F2C228-8C4F-64EB-0857-407CF3D6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3BAA-5D5E-45B8-9675-8E34D71FF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95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99874-5B39-43C7-5C45-6A5D1A34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D9C128-4512-BD4A-35C8-BDDC4F936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735009-006C-76D8-5ED0-E7C517055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7ADA8C-F5C6-1A7B-FF2E-60E7D5E5F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F209DD9-7D36-76D2-4DFE-5B207EBA0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6A8070-9753-AD3E-E158-A7B681C11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A784-F1F0-42FC-8C0B-86986BCEAFF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572AC4-DE72-45DA-010F-E08360E8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B78DF8-656E-1D57-FC1F-F990B63E4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3BAA-5D5E-45B8-9675-8E34D71FF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68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A30EC-D549-ADDF-3396-A5BDB3FB5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C80CAA-3A29-FBAB-4897-6AA57E9CC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A784-F1F0-42FC-8C0B-86986BCEAFF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04E279-01E0-F63D-27AB-82E0BDF5F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52E34E-898E-A882-9C37-EEF16E0AF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3BAA-5D5E-45B8-9675-8E34D71FF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41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ACD15C-A9D3-BF5F-F632-B976B6B7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A784-F1F0-42FC-8C0B-86986BCEAFF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89D6AC-D716-D174-B315-9D77E1996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4467E2-F174-8FE6-FB00-2ABC0F25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3BAA-5D5E-45B8-9675-8E34D71FF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024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5C670-B055-0476-0DF8-E5B533520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1E6306-1FBC-39B3-6BA5-6D0F0977F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DE00A3-AA57-1507-1F04-0979235BB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9D1786-CC98-CEEA-C8C4-C133853D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A784-F1F0-42FC-8C0B-86986BCEAFF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F6B23F-3F5F-2C9E-9A87-0E474278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CE032B-75FF-6ABB-5622-319499F4A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3BAA-5D5E-45B8-9675-8E34D71FF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79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51478-9AE7-F58F-25EA-C43D761D5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FD013E-06BA-E9DD-EBDD-AD0676D6C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07FC1D-C049-8F61-A21E-2ADDF6B16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473A34-B02A-9F87-2354-574D498A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A784-F1F0-42FC-8C0B-86986BCEAFF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E05EBA-18B9-3155-7DDE-5325E34F7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EF8F0-A3BE-E7D2-758D-5FC876F1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3BAA-5D5E-45B8-9675-8E34D71FF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515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DD9E7-9E09-2C34-2E5F-6C999DC0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9E3830-78D9-9C3D-6ADA-4671EE42F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CAC2A-2215-A70B-0D1F-05F5371B9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A784-F1F0-42FC-8C0B-86986BCEAFF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0B46BA-166B-1FC6-351F-C47FAFBA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F541D4-E714-1D00-D620-0AE98A9A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3BAA-5D5E-45B8-9675-8E34D71FF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091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129542-4428-160F-902B-2F3235DC24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17A561-8C1D-2EBF-24C7-9E2609176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7B041F-2FD6-8101-109A-F3B47CC1C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BA784-F1F0-42FC-8C0B-86986BCEAFF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93B14A-23A5-ECCE-8651-3E63655A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1DF9C7-98CC-E535-C761-0BACB9BB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3BAA-5D5E-45B8-9675-8E34D71FF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14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8546DC-8BCC-C6B2-1ED2-FC86833B1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CE3C40-1ECE-BBCD-7C7C-742CAB9CD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E733E-05D4-2E8A-11DD-DF5989709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BA784-F1F0-42FC-8C0B-86986BCEAFFF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45E9DD-99C0-6D6B-B121-B25BE25D6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7A82C2-8D78-23F8-479E-1FE3E26FE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863BAA-5D5E-45B8-9675-8E34D71FF6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0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11CB5D9-69C2-485B-EBBB-4AE6CE99DD2A}"/>
              </a:ext>
            </a:extLst>
          </p:cNvPr>
          <p:cNvSpPr/>
          <p:nvPr/>
        </p:nvSpPr>
        <p:spPr>
          <a:xfrm>
            <a:off x="1379483" y="1742089"/>
            <a:ext cx="2520000" cy="2520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6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6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4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生</a:t>
            </a:r>
          </a:p>
        </p:txBody>
      </p:sp>
    </p:spTree>
    <p:extLst>
      <p:ext uri="{BB962C8B-B14F-4D97-AF65-F5344CB8AC3E}">
        <p14:creationId xmlns:p14="http://schemas.microsoft.com/office/powerpoint/2010/main" val="4086045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72CC5-0ADB-78D5-816E-B59F6223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C5FB18D-4F0B-4BB8-1A9E-E208BA41DFD6}"/>
              </a:ext>
            </a:extLst>
          </p:cNvPr>
          <p:cNvSpPr/>
          <p:nvPr/>
        </p:nvSpPr>
        <p:spPr>
          <a:xfrm>
            <a:off x="1379483" y="1742089"/>
            <a:ext cx="3240000" cy="3240000"/>
          </a:xfrm>
          <a:prstGeom prst="roundRect">
            <a:avLst/>
          </a:prstGeom>
          <a:gradFill flip="none" rotWithShape="1">
            <a:gsLst>
              <a:gs pos="30000">
                <a:schemeClr val="bg1"/>
              </a:gs>
              <a:gs pos="0">
                <a:srgbClr val="FFFF00"/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ja-JP" altLang="en-US" sz="17300" b="1" dirty="0">
                <a:effectLst>
                  <a:glow rad="114300">
                    <a:schemeClr val="accent2">
                      <a:satMod val="175000"/>
                    </a:schemeClr>
                  </a:glow>
                </a:effectLst>
                <a:latin typeface="Noto Sans JP" panose="020B0200000000000000" pitchFamily="34" charset="-128"/>
                <a:ea typeface="Noto Sans JP" panose="020B0200000000000000" pitchFamily="34" charset="-128"/>
              </a:rPr>
              <a:t>仏</a:t>
            </a:r>
            <a:endParaRPr lang="ko-KR" altLang="en-US" sz="17300" b="1" dirty="0">
              <a:effectLst>
                <a:glow rad="114300">
                  <a:schemeClr val="accent2">
                    <a:satMod val="175000"/>
                  </a:schemeClr>
                </a:glow>
              </a:effectLst>
              <a:latin typeface="Noto Sans JP" panose="020B0200000000000000" pitchFamily="34" charset="-128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5541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AD03-ADDF-A38E-7A8F-8FDA97BA4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C7B13D25-A07D-A04D-4D63-C40C359EF65D}"/>
              </a:ext>
            </a:extLst>
          </p:cNvPr>
          <p:cNvGrpSpPr/>
          <p:nvPr/>
        </p:nvGrpSpPr>
        <p:grpSpPr>
          <a:xfrm>
            <a:off x="8049744" y="1724420"/>
            <a:ext cx="2520000" cy="2520000"/>
            <a:chOff x="8049744" y="1724420"/>
            <a:chExt cx="2520000" cy="25200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063BE20E-58CD-2FAE-601D-EFE967BAC962}"/>
                </a:ext>
              </a:extLst>
            </p:cNvPr>
            <p:cNvSpPr/>
            <p:nvPr/>
          </p:nvSpPr>
          <p:spPr>
            <a:xfrm>
              <a:off x="8049744" y="1724420"/>
              <a:ext cx="2520000" cy="2520000"/>
            </a:xfrm>
            <a:custGeom>
              <a:avLst/>
              <a:gdLst>
                <a:gd name="connsiteX0" fmla="*/ 0 w 2520000"/>
                <a:gd name="connsiteY0" fmla="*/ 420008 h 2520000"/>
                <a:gd name="connsiteX1" fmla="*/ 420008 w 2520000"/>
                <a:gd name="connsiteY1" fmla="*/ 0 h 2520000"/>
                <a:gd name="connsiteX2" fmla="*/ 1013602 w 2520000"/>
                <a:gd name="connsiteY2" fmla="*/ 0 h 2520000"/>
                <a:gd name="connsiteX3" fmla="*/ 1556797 w 2520000"/>
                <a:gd name="connsiteY3" fmla="*/ 0 h 2520000"/>
                <a:gd name="connsiteX4" fmla="*/ 2099992 w 2520000"/>
                <a:gd name="connsiteY4" fmla="*/ 0 h 2520000"/>
                <a:gd name="connsiteX5" fmla="*/ 2520000 w 2520000"/>
                <a:gd name="connsiteY5" fmla="*/ 420008 h 2520000"/>
                <a:gd name="connsiteX6" fmla="*/ 2520000 w 2520000"/>
                <a:gd name="connsiteY6" fmla="*/ 946403 h 2520000"/>
                <a:gd name="connsiteX7" fmla="*/ 2520000 w 2520000"/>
                <a:gd name="connsiteY7" fmla="*/ 1472798 h 2520000"/>
                <a:gd name="connsiteX8" fmla="*/ 2520000 w 2520000"/>
                <a:gd name="connsiteY8" fmla="*/ 2099992 h 2520000"/>
                <a:gd name="connsiteX9" fmla="*/ 2099992 w 2520000"/>
                <a:gd name="connsiteY9" fmla="*/ 2520000 h 2520000"/>
                <a:gd name="connsiteX10" fmla="*/ 1539997 w 2520000"/>
                <a:gd name="connsiteY10" fmla="*/ 2520000 h 2520000"/>
                <a:gd name="connsiteX11" fmla="*/ 996803 w 2520000"/>
                <a:gd name="connsiteY11" fmla="*/ 2520000 h 2520000"/>
                <a:gd name="connsiteX12" fmla="*/ 420008 w 2520000"/>
                <a:gd name="connsiteY12" fmla="*/ 2520000 h 2520000"/>
                <a:gd name="connsiteX13" fmla="*/ 0 w 2520000"/>
                <a:gd name="connsiteY13" fmla="*/ 2099992 h 2520000"/>
                <a:gd name="connsiteX14" fmla="*/ 0 w 2520000"/>
                <a:gd name="connsiteY14" fmla="*/ 1539997 h 2520000"/>
                <a:gd name="connsiteX15" fmla="*/ 0 w 2520000"/>
                <a:gd name="connsiteY15" fmla="*/ 946403 h 2520000"/>
                <a:gd name="connsiteX16" fmla="*/ 0 w 2520000"/>
                <a:gd name="connsiteY16" fmla="*/ 420008 h 25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20000" h="2520000" extrusionOk="0">
                  <a:moveTo>
                    <a:pt x="0" y="420008"/>
                  </a:moveTo>
                  <a:cubicBezTo>
                    <a:pt x="-45326" y="160086"/>
                    <a:pt x="143561" y="16695"/>
                    <a:pt x="420008" y="0"/>
                  </a:cubicBezTo>
                  <a:cubicBezTo>
                    <a:pt x="653209" y="-56486"/>
                    <a:pt x="885468" y="66495"/>
                    <a:pt x="1013602" y="0"/>
                  </a:cubicBezTo>
                  <a:cubicBezTo>
                    <a:pt x="1141736" y="-66495"/>
                    <a:pt x="1310357" y="38782"/>
                    <a:pt x="1556797" y="0"/>
                  </a:cubicBezTo>
                  <a:cubicBezTo>
                    <a:pt x="1803237" y="-38782"/>
                    <a:pt x="1925840" y="20913"/>
                    <a:pt x="2099992" y="0"/>
                  </a:cubicBezTo>
                  <a:cubicBezTo>
                    <a:pt x="2316048" y="-51239"/>
                    <a:pt x="2527444" y="160498"/>
                    <a:pt x="2520000" y="420008"/>
                  </a:cubicBezTo>
                  <a:cubicBezTo>
                    <a:pt x="2569423" y="539364"/>
                    <a:pt x="2468112" y="756359"/>
                    <a:pt x="2520000" y="946403"/>
                  </a:cubicBezTo>
                  <a:cubicBezTo>
                    <a:pt x="2571888" y="1136448"/>
                    <a:pt x="2461746" y="1218830"/>
                    <a:pt x="2520000" y="1472798"/>
                  </a:cubicBezTo>
                  <a:cubicBezTo>
                    <a:pt x="2578254" y="1726767"/>
                    <a:pt x="2506215" y="1908108"/>
                    <a:pt x="2520000" y="2099992"/>
                  </a:cubicBezTo>
                  <a:cubicBezTo>
                    <a:pt x="2564723" y="2342709"/>
                    <a:pt x="2282798" y="2512049"/>
                    <a:pt x="2099992" y="2520000"/>
                  </a:cubicBezTo>
                  <a:cubicBezTo>
                    <a:pt x="1845349" y="2521648"/>
                    <a:pt x="1777363" y="2509924"/>
                    <a:pt x="1539997" y="2520000"/>
                  </a:cubicBezTo>
                  <a:cubicBezTo>
                    <a:pt x="1302631" y="2530076"/>
                    <a:pt x="1197662" y="2494234"/>
                    <a:pt x="996803" y="2520000"/>
                  </a:cubicBezTo>
                  <a:cubicBezTo>
                    <a:pt x="795944" y="2545766"/>
                    <a:pt x="605703" y="2470922"/>
                    <a:pt x="420008" y="2520000"/>
                  </a:cubicBezTo>
                  <a:cubicBezTo>
                    <a:pt x="218684" y="2481963"/>
                    <a:pt x="-34708" y="2318539"/>
                    <a:pt x="0" y="2099992"/>
                  </a:cubicBezTo>
                  <a:cubicBezTo>
                    <a:pt x="-27929" y="1835233"/>
                    <a:pt x="43180" y="1712808"/>
                    <a:pt x="0" y="1539997"/>
                  </a:cubicBezTo>
                  <a:cubicBezTo>
                    <a:pt x="-43180" y="1367186"/>
                    <a:pt x="22602" y="1113970"/>
                    <a:pt x="0" y="946403"/>
                  </a:cubicBezTo>
                  <a:cubicBezTo>
                    <a:pt x="-22602" y="778836"/>
                    <a:pt x="56563" y="623039"/>
                    <a:pt x="0" y="420008"/>
                  </a:cubicBezTo>
                  <a:close/>
                </a:path>
              </a:pathLst>
            </a:custGeom>
            <a:solidFill>
              <a:schemeClr val="accent4"/>
            </a:solidFill>
            <a:ln w="152400" cmpd="sng">
              <a:solidFill>
                <a:srgbClr val="002060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ko-KR" altLang="en-US" sz="14400" dirty="0">
                <a:solidFill>
                  <a:schemeClr val="tx1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  <a:latin typeface="dingliehakkafont" panose="03000503000000000000" pitchFamily="66" charset="-122"/>
                <a:ea typeface="HY견명조" panose="02030600000101010101" pitchFamily="18" charset="-127"/>
              </a:endParaRPr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FDE286E7-1051-FDE0-D888-589A3ABB752B}"/>
                </a:ext>
              </a:extLst>
            </p:cNvPr>
            <p:cNvSpPr/>
            <p:nvPr/>
          </p:nvSpPr>
          <p:spPr>
            <a:xfrm>
              <a:off x="8409744" y="2084420"/>
              <a:ext cx="1800000" cy="180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5EBAAF1-DB76-4954-105C-5D277537B8F3}"/>
                </a:ext>
              </a:extLst>
            </p:cNvPr>
            <p:cNvSpPr/>
            <p:nvPr/>
          </p:nvSpPr>
          <p:spPr>
            <a:xfrm>
              <a:off x="8859744" y="2084420"/>
              <a:ext cx="900000" cy="1799999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7C802082-961F-D766-E082-71A0C035BBD1}"/>
                </a:ext>
              </a:extLst>
            </p:cNvPr>
            <p:cNvCxnSpPr>
              <a:stCxn id="5" idx="0"/>
              <a:endCxn id="5" idx="4"/>
            </p:cNvCxnSpPr>
            <p:nvPr/>
          </p:nvCxnSpPr>
          <p:spPr>
            <a:xfrm>
              <a:off x="9309744" y="2084420"/>
              <a:ext cx="0" cy="1799999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45C5994F-4BA6-161B-DFFE-D647393898BD}"/>
                </a:ext>
              </a:extLst>
            </p:cNvPr>
            <p:cNvCxnSpPr>
              <a:cxnSpLocks/>
              <a:stCxn id="3" idx="1"/>
              <a:endCxn id="3" idx="7"/>
            </p:cNvCxnSpPr>
            <p:nvPr/>
          </p:nvCxnSpPr>
          <p:spPr>
            <a:xfrm>
              <a:off x="8673348" y="2348024"/>
              <a:ext cx="1272792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3E6D015-B85A-5C3E-D700-AFC5CB77ABCD}"/>
                </a:ext>
              </a:extLst>
            </p:cNvPr>
            <p:cNvCxnSpPr>
              <a:cxnSpLocks/>
              <a:stCxn id="3" idx="2"/>
              <a:endCxn id="3" idx="6"/>
            </p:cNvCxnSpPr>
            <p:nvPr/>
          </p:nvCxnSpPr>
          <p:spPr>
            <a:xfrm>
              <a:off x="8409744" y="2984420"/>
              <a:ext cx="1800000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5DFD62B-7C67-7832-35E7-4BB4F5197C74}"/>
                </a:ext>
              </a:extLst>
            </p:cNvPr>
            <p:cNvCxnSpPr>
              <a:cxnSpLocks/>
              <a:stCxn id="3" idx="3"/>
              <a:endCxn id="3" idx="5"/>
            </p:cNvCxnSpPr>
            <p:nvPr/>
          </p:nvCxnSpPr>
          <p:spPr>
            <a:xfrm>
              <a:off x="8673348" y="3620816"/>
              <a:ext cx="1272792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69C3976-D543-1842-C495-31E6C8E01D4D}"/>
                </a:ext>
              </a:extLst>
            </p:cNvPr>
            <p:cNvSpPr txBox="1"/>
            <p:nvPr/>
          </p:nvSpPr>
          <p:spPr>
            <a:xfrm>
              <a:off x="8409754" y="1832628"/>
              <a:ext cx="179999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400" b="1" dirty="0">
                  <a:latin typeface="HY중고딕" panose="02030600000101010101" pitchFamily="18" charset="-127"/>
                  <a:ea typeface="HY중고딕" panose="02030600000101010101" pitchFamily="18" charset="-127"/>
                </a:rPr>
                <a:t>地</a:t>
              </a:r>
              <a:endParaRPr lang="ko-KR" altLang="en-US" sz="17300" b="1" dirty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  <a:latin typeface="HY중고딕" panose="02030600000101010101" pitchFamily="18" charset="-127"/>
                <a:ea typeface="HY중고딕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1910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EE812-6D13-88F4-F357-F0D1BD75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A980D8A-CCF9-A514-8E53-8E3AD43DD988}"/>
              </a:ext>
            </a:extLst>
          </p:cNvPr>
          <p:cNvSpPr/>
          <p:nvPr/>
        </p:nvSpPr>
        <p:spPr>
          <a:xfrm>
            <a:off x="1379483" y="1742089"/>
            <a:ext cx="2520000" cy="252000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ja-JP" altLang="en-US" sz="72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コト</a:t>
            </a:r>
            <a:endParaRPr lang="en-US" altLang="ja-JP" sz="7200" b="1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 algn="ctr"/>
            <a:r>
              <a:rPr lang="ja-JP" altLang="en-US" sz="54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バンク</a:t>
            </a:r>
            <a:endParaRPr lang="ko-KR" altLang="en-US" sz="5400" b="1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BIZ UDGothic" panose="020B0400000000000000" pitchFamily="33" charset="-128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249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</Words>
  <Application>Microsoft Office PowerPoint</Application>
  <PresentationFormat>와이드스크린</PresentationFormat>
  <Paragraphs>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BIZ UDGothic</vt:lpstr>
      <vt:lpstr>dingliehakkafont</vt:lpstr>
      <vt:lpstr>HY견명조</vt:lpstr>
      <vt:lpstr>HY중고딕</vt:lpstr>
      <vt:lpstr>Noto Sans JP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영환 주</dc:creator>
  <cp:lastModifiedBy>영환 주</cp:lastModifiedBy>
  <cp:revision>9</cp:revision>
  <dcterms:created xsi:type="dcterms:W3CDTF">2025-11-02T08:54:18Z</dcterms:created>
  <dcterms:modified xsi:type="dcterms:W3CDTF">2025-12-06T14:18:25Z</dcterms:modified>
</cp:coreProperties>
</file>